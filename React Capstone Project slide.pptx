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16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8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4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3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91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0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5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1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1B3B8-9087-47A4-AF48-B00E412906C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1C55E-DC61-4613-9106-E0E40BD71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7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Capstone Project: Rebel Rover Travel Website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Three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47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Rebel Rover Travel Website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outlines the Rebel Rover Travel website, developed as a React Capstone Project. It highlights key features, technology stack, user experience, and project learning outcomes.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712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Website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Rebel Rover Travel website is designed to offer users an engaging platform for planning their travel adventures, with a focus on user-friendly navigation and appealing design.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It targets travel enthusiasts looking for comprehensive travel information and easy booking options, catering to both domestic and international travelers.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 browse travel packages, access user reviews, and interact with a dynamic map for location-specific options.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813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Framework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project utilizes React for its component-based architecture, ensuring efficient updates and rendering of UI elements, enhancing user performance and responsiveness.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 Frameworks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CSS frameworks like Bootstrap or Tailwind CSS were used to provide a modern and responsive layout, ensuring usability across various devices and screen sizes.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APIs Integration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site integrates third-party APIs(Mockapi.com) for travel data and booking services, which enrich the user experience while providing real-time information.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23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 Design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 Navigation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website features an intuitive navigation system that allows users to effortlessly find travel packages, explore destinations, and access support.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responsive design adapts seamlessly to various devices, ensuring a consistent and enjoyable user experience whether on mobile, tablet, or desktop.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Engaging UI Elements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use of visually appealing UI components enhances interaction and keeps users engaged throughout their browsing experience.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22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Component-based React structure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 dropdown menus with hover interactions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Responsive grid/flex layouts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UI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Styling: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Tailwind CSS for utility-first styling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 animations with transition classes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669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Dropdown Positioning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Dropdown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menus disappeared behind the hero image due to z-index conflicts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Implemented relative positioning containers and elevated dropdowns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giving a greater value to z index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proper layer stacking.</a:t>
            </a:r>
          </a:p>
        </p:txBody>
      </p:sp>
    </p:spTree>
    <p:extLst>
      <p:ext uri="{BB962C8B-B14F-4D97-AF65-F5344CB8AC3E}">
        <p14:creationId xmlns:p14="http://schemas.microsoft.com/office/powerpoint/2010/main" val="157661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React Skills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project advanced our understanding of React, including state management, hooks, and component life cycles, essential for building dynamic web applications.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Utilization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Gained hands-on experience in integrating and working with APIs, highlighting the importance of data fetching and handling in modern web applications.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Working within a team to complete the project improved our collaboration and skills, showcasing the real-world dynamics of software development.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09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Impact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Rebel Rover Travel website aims to positively impact users’ travel planning through enhanced accessibility to information and services.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Plans for future updates include adding user login features, personalized recommendations, and enhanced security measures to ensure a robust platform.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Expansion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Opportunities exist to expand the website's functionalities, such as supporting multi-language options and integrating machine learning for predictive travel suggestions.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286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66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543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React Capstone Project: Rebel Rover Travel Website</vt:lpstr>
      <vt:lpstr>Rebel Rover Travel Website</vt:lpstr>
      <vt:lpstr>Project Overview</vt:lpstr>
      <vt:lpstr>Technology Stack</vt:lpstr>
      <vt:lpstr>User Experience Design</vt:lpstr>
      <vt:lpstr>Technical Implementation</vt:lpstr>
      <vt:lpstr>Key challenges</vt:lpstr>
      <vt:lpstr>Learning Outcomes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Capstone Project: Rebel Rover Travel Website</dc:title>
  <dc:creator>Birhanu Matebe</dc:creator>
  <cp:lastModifiedBy>Birhanu Matebe</cp:lastModifiedBy>
  <cp:revision>7</cp:revision>
  <dcterms:created xsi:type="dcterms:W3CDTF">2025-04-15T13:35:17Z</dcterms:created>
  <dcterms:modified xsi:type="dcterms:W3CDTF">2025-04-15T14:43:32Z</dcterms:modified>
</cp:coreProperties>
</file>